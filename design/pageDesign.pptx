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>
  <p:sldMasterIdLst>
    <p:sldMasterId id="2147483648" r:id="rId1"/>
  </p:sldMasterIdLst>
  <p:notesMasterIdLst>
    <p:notesMasterId r:id="rId2"/>
  </p:notesMasterIdLst>
  <p:sldIdLst>
    <p:sldId id="256" r:id="rId3"/>
    <p:sldId id="299" r:id="rId4"/>
    <p:sldId id="260" r:id="rId5"/>
    <p:sldId id="300" r:id="rId6"/>
    <p:sldId id="261" r:id="rId7"/>
    <p:sldId id="301" r:id="rId8"/>
    <p:sldId id="262" r:id="rId9"/>
    <p:sldId id="302" r:id="rId10"/>
    <p:sldId id="285" r:id="rId11"/>
    <p:sldId id="303" r:id="rId12"/>
    <p:sldId id="264" r:id="rId13"/>
    <p:sldId id="304" r:id="rId14"/>
    <p:sldId id="267" r:id="rId15"/>
    <p:sldId id="305" r:id="rId16"/>
    <p:sldId id="316" r:id="rId17"/>
    <p:sldId id="318" r:id="rId18"/>
    <p:sldId id="268" r:id="rId19"/>
    <p:sldId id="306" r:id="rId20"/>
    <p:sldId id="270" r:id="rId21"/>
    <p:sldId id="307" r:id="rId22"/>
    <p:sldId id="274" r:id="rId23"/>
    <p:sldId id="308" r:id="rId24"/>
    <p:sldId id="287" r:id="rId25"/>
    <p:sldId id="309" r:id="rId26"/>
    <p:sldId id="276" r:id="rId27"/>
    <p:sldId id="310" r:id="rId28"/>
    <p:sldId id="273" r:id="rId29"/>
    <p:sldId id="311" r:id="rId30"/>
    <p:sldId id="277" r:id="rId31"/>
    <p:sldId id="312" r:id="rId32"/>
    <p:sldId id="279" r:id="rId33"/>
    <p:sldId id="313" r:id="rId34"/>
    <p:sldId id="282" r:id="rId35"/>
    <p:sldId id="314" r:id="rId36"/>
    <p:sldId id="284" r:id="rId37"/>
    <p:sldId id="315" r:id="rId38"/>
  </p:sldIdLst>
  <p:sldSz cx="12192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4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presProps" Target="presProps.xml"  /><Relationship Id="rId4" Type="http://schemas.openxmlformats.org/officeDocument/2006/relationships/slide" Target="slides/slide2.xml"  /><Relationship Id="rId40" Type="http://schemas.openxmlformats.org/officeDocument/2006/relationships/viewProps" Target="viewProps.xml"  /><Relationship Id="rId41" Type="http://schemas.openxmlformats.org/officeDocument/2006/relationships/theme" Target="theme/theme1.xml"  /><Relationship Id="rId42" Type="http://schemas.openxmlformats.org/officeDocument/2006/relationships/tableStyles" Target="tableStyles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7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33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한컴오피스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2022-08-23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8" r:id="rId8"/>
    <p:sldLayoutId id="2147483659" r:id="rId9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stName"/>
          <p:cNvSpPr/>
          <p:nvPr/>
        </p:nvSpPr>
        <p:spPr>
          <a:xfrm>
            <a:off x="9525151" y="-2631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로그인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4" name="prstName"/>
          <p:cNvSpPr/>
          <p:nvPr/>
        </p:nvSpPr>
        <p:spPr>
          <a:xfrm>
            <a:off x="10860030" y="-2647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회원가입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8" name="prstName"/>
          <p:cNvSpPr/>
          <p:nvPr/>
        </p:nvSpPr>
        <p:spPr>
          <a:xfrm>
            <a:off x="3256" y="11168"/>
            <a:ext cx="2952750" cy="45577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로그인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전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메인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페이지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1" name="prstName"/>
          <p:cNvSpPr/>
          <p:nvPr/>
        </p:nvSpPr>
        <p:spPr>
          <a:xfrm>
            <a:off x="8833598" y="-2307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2" name="prstName"/>
          <p:cNvSpPr/>
          <p:nvPr/>
        </p:nvSpPr>
        <p:spPr>
          <a:xfrm>
            <a:off x="3597" y="1584043"/>
            <a:ext cx="2083264" cy="879046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800">
                <a:solidFill>
                  <a:srgbClr val="000000"/>
                </a:solidFill>
              </a:rPr>
              <a:t>자료검색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3" name="prstName"/>
          <p:cNvSpPr/>
          <p:nvPr/>
        </p:nvSpPr>
        <p:spPr>
          <a:xfrm>
            <a:off x="2071157" y="1584043"/>
            <a:ext cx="2083264" cy="879046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800">
                <a:solidFill>
                  <a:srgbClr val="000000"/>
                </a:solidFill>
              </a:rPr>
              <a:t>도서관</a:t>
            </a:r>
            <a:r>
              <a:rPr lang="en-US" altLang="ko-KR" sz="1800">
                <a:solidFill>
                  <a:srgbClr val="000000"/>
                </a:solidFill>
              </a:rPr>
              <a:t> </a:t>
            </a:r>
            <a:r>
              <a:rPr lang="ko-KR" altLang="en-US" sz="1800">
                <a:solidFill>
                  <a:srgbClr val="000000"/>
                </a:solidFill>
              </a:rPr>
              <a:t>소개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4" name="prstName"/>
          <p:cNvSpPr/>
          <p:nvPr/>
        </p:nvSpPr>
        <p:spPr>
          <a:xfrm>
            <a:off x="4154592" y="1584043"/>
            <a:ext cx="2083264" cy="879046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800">
                <a:solidFill>
                  <a:srgbClr val="000000"/>
                </a:solidFill>
              </a:rPr>
              <a:t>나의</a:t>
            </a:r>
            <a:r>
              <a:rPr lang="en-US" altLang="ko-KR" sz="1800">
                <a:solidFill>
                  <a:srgbClr val="000000"/>
                </a:solidFill>
              </a:rPr>
              <a:t> </a:t>
            </a:r>
            <a:r>
              <a:rPr lang="ko-KR" altLang="en-US" sz="1800">
                <a:solidFill>
                  <a:srgbClr val="000000"/>
                </a:solidFill>
              </a:rPr>
              <a:t>도서관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5" name="prstName"/>
          <p:cNvSpPr/>
          <p:nvPr/>
        </p:nvSpPr>
        <p:spPr>
          <a:xfrm>
            <a:off x="6238027" y="1584043"/>
            <a:ext cx="2083264" cy="879046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800">
                <a:solidFill>
                  <a:srgbClr val="000000"/>
                </a:solidFill>
              </a:rPr>
              <a:t>희망도서</a:t>
            </a:r>
            <a:r>
              <a:rPr lang="en-US" altLang="ko-KR" sz="1800">
                <a:solidFill>
                  <a:srgbClr val="000000"/>
                </a:solidFill>
              </a:rPr>
              <a:t> </a:t>
            </a:r>
            <a:r>
              <a:rPr lang="ko-KR" altLang="en-US" sz="1800">
                <a:solidFill>
                  <a:srgbClr val="000000"/>
                </a:solidFill>
              </a:rPr>
              <a:t>신청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6" name="prstName"/>
          <p:cNvSpPr/>
          <p:nvPr/>
        </p:nvSpPr>
        <p:spPr>
          <a:xfrm>
            <a:off x="8305587" y="1584043"/>
            <a:ext cx="2083264" cy="879046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800">
                <a:solidFill>
                  <a:srgbClr val="000000"/>
                </a:solidFill>
              </a:rPr>
              <a:t>문의게시판</a:t>
            </a: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052" y="1676949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27021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로그인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login/main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./login.html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회원가입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join/main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./signUp.html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자료검색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data_searching/main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./searchBook.html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도서관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소개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introduction/main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나의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도서관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my_library/main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희망도서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신청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book_requesting/main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문의게시판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board/main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378931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stName"/>
          <p:cNvSpPr/>
          <p:nvPr/>
        </p:nvSpPr>
        <p:spPr>
          <a:xfrm>
            <a:off x="3345264" y="-2849"/>
            <a:ext cx="5501864" cy="6841324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3828577" y="2259752"/>
            <a:ext cx="1205016" cy="56971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아이디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prstName"/>
          <p:cNvSpPr/>
          <p:nvPr/>
        </p:nvSpPr>
        <p:spPr>
          <a:xfrm>
            <a:off x="3828453" y="3470203"/>
            <a:ext cx="1204551" cy="56971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비밀번호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6" name="prstName"/>
          <p:cNvSpPr/>
          <p:nvPr/>
        </p:nvSpPr>
        <p:spPr>
          <a:xfrm>
            <a:off x="5033360" y="2259349"/>
            <a:ext cx="3336991" cy="57012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prstName"/>
          <p:cNvSpPr/>
          <p:nvPr/>
        </p:nvSpPr>
        <p:spPr>
          <a:xfrm>
            <a:off x="5033236" y="3469861"/>
            <a:ext cx="3336821" cy="57012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prstName"/>
          <p:cNvSpPr/>
          <p:nvPr/>
        </p:nvSpPr>
        <p:spPr>
          <a:xfrm>
            <a:off x="5098982" y="4799074"/>
            <a:ext cx="2002158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로그인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9" name="prstName"/>
          <p:cNvSpPr/>
          <p:nvPr/>
        </p:nvSpPr>
        <p:spPr>
          <a:xfrm>
            <a:off x="3256" y="11168"/>
            <a:ext cx="2952750" cy="45577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로그인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버튼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클릭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페이지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" name="prstName"/>
          <p:cNvSpPr/>
          <p:nvPr/>
        </p:nvSpPr>
        <p:spPr>
          <a:xfrm>
            <a:off x="3828477" y="4215466"/>
            <a:ext cx="312849" cy="276791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prstName"/>
          <p:cNvSpPr/>
          <p:nvPr/>
        </p:nvSpPr>
        <p:spPr>
          <a:xfrm>
            <a:off x="4233590" y="4215757"/>
            <a:ext cx="1436678" cy="276672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아이디기억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2" name="prstName"/>
          <p:cNvSpPr/>
          <p:nvPr/>
        </p:nvSpPr>
        <p:spPr>
          <a:xfrm>
            <a:off x="9525151" y="-2631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로그인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3" name="prstName"/>
          <p:cNvSpPr/>
          <p:nvPr/>
        </p:nvSpPr>
        <p:spPr>
          <a:xfrm>
            <a:off x="10860030" y="-2647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회원가입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4" name="prstName"/>
          <p:cNvSpPr/>
          <p:nvPr/>
        </p:nvSpPr>
        <p:spPr>
          <a:xfrm>
            <a:off x="8833598" y="-2307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601" y="2377989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27021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HEADER </a:t>
                      </a: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로그인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login/main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./login.html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회원가입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join/main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./signUp.html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SECTION </a:t>
                      </a: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로그인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login/transmission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4492732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stName"/>
          <p:cNvSpPr/>
          <p:nvPr/>
        </p:nvSpPr>
        <p:spPr>
          <a:xfrm>
            <a:off x="10856386" y="-1996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정보수정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8" name="prstName"/>
          <p:cNvSpPr/>
          <p:nvPr/>
        </p:nvSpPr>
        <p:spPr>
          <a:xfrm>
            <a:off x="3256" y="11168"/>
            <a:ext cx="2952750" cy="45577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로그인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후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메인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페이지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" name="prstName"/>
          <p:cNvSpPr/>
          <p:nvPr/>
        </p:nvSpPr>
        <p:spPr>
          <a:xfrm>
            <a:off x="10170908" y="10393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1" name="prstName"/>
          <p:cNvSpPr/>
          <p:nvPr/>
        </p:nvSpPr>
        <p:spPr>
          <a:xfrm>
            <a:off x="3597" y="1584043"/>
            <a:ext cx="2083264" cy="879046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800">
                <a:solidFill>
                  <a:srgbClr val="000000"/>
                </a:solidFill>
              </a:rPr>
              <a:t>자료검색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2" name="prstName"/>
          <p:cNvSpPr/>
          <p:nvPr/>
        </p:nvSpPr>
        <p:spPr>
          <a:xfrm>
            <a:off x="2071157" y="1584043"/>
            <a:ext cx="2083264" cy="879046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800">
                <a:solidFill>
                  <a:srgbClr val="000000"/>
                </a:solidFill>
              </a:rPr>
              <a:t>도서관</a:t>
            </a:r>
            <a:r>
              <a:rPr lang="en-US" altLang="ko-KR" sz="1800">
                <a:solidFill>
                  <a:srgbClr val="000000"/>
                </a:solidFill>
              </a:rPr>
              <a:t> </a:t>
            </a:r>
            <a:r>
              <a:rPr lang="ko-KR" altLang="en-US" sz="1800">
                <a:solidFill>
                  <a:srgbClr val="000000"/>
                </a:solidFill>
              </a:rPr>
              <a:t>소개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3" name="prstName"/>
          <p:cNvSpPr/>
          <p:nvPr/>
        </p:nvSpPr>
        <p:spPr>
          <a:xfrm>
            <a:off x="4154592" y="1584043"/>
            <a:ext cx="2083264" cy="879046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800">
                <a:solidFill>
                  <a:srgbClr val="000000"/>
                </a:solidFill>
              </a:rPr>
              <a:t>나의</a:t>
            </a:r>
            <a:r>
              <a:rPr lang="en-US" altLang="ko-KR" sz="1800">
                <a:solidFill>
                  <a:srgbClr val="000000"/>
                </a:solidFill>
              </a:rPr>
              <a:t> </a:t>
            </a:r>
            <a:r>
              <a:rPr lang="ko-KR" altLang="en-US" sz="1800">
                <a:solidFill>
                  <a:srgbClr val="000000"/>
                </a:solidFill>
              </a:rPr>
              <a:t>도서관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4" name="prstName"/>
          <p:cNvSpPr/>
          <p:nvPr/>
        </p:nvSpPr>
        <p:spPr>
          <a:xfrm>
            <a:off x="6238027" y="1584043"/>
            <a:ext cx="2083264" cy="879046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800">
                <a:solidFill>
                  <a:srgbClr val="000000"/>
                </a:solidFill>
              </a:rPr>
              <a:t>희망도서</a:t>
            </a:r>
            <a:r>
              <a:rPr lang="en-US" altLang="ko-KR" sz="1800">
                <a:solidFill>
                  <a:srgbClr val="000000"/>
                </a:solidFill>
              </a:rPr>
              <a:t> </a:t>
            </a:r>
            <a:r>
              <a:rPr lang="ko-KR" altLang="en-US" sz="1800">
                <a:solidFill>
                  <a:srgbClr val="000000"/>
                </a:solidFill>
              </a:rPr>
              <a:t>신청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5" name="prstName"/>
          <p:cNvSpPr/>
          <p:nvPr/>
        </p:nvSpPr>
        <p:spPr>
          <a:xfrm>
            <a:off x="8305587" y="1584043"/>
            <a:ext cx="2083264" cy="879046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800">
                <a:solidFill>
                  <a:srgbClr val="000000"/>
                </a:solidFill>
              </a:rPr>
              <a:t>문의게시판</a:t>
            </a: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052" y="1852209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27021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정보수정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update/checkPass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자료검색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data_searching/main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도서관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소개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introduction/main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나의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도서관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my_library/main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희망도서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신청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book_requesting/main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문의게시판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board/main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181024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stName"/>
          <p:cNvSpPr/>
          <p:nvPr/>
        </p:nvSpPr>
        <p:spPr>
          <a:xfrm>
            <a:off x="3007799" y="-2848"/>
            <a:ext cx="5535827" cy="685291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3439244" y="2043282"/>
            <a:ext cx="1334633" cy="56971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아이디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prstName"/>
          <p:cNvSpPr/>
          <p:nvPr/>
        </p:nvSpPr>
        <p:spPr>
          <a:xfrm>
            <a:off x="3439368" y="2726744"/>
            <a:ext cx="1334633" cy="56971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비밀번호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6" name="prstName"/>
          <p:cNvSpPr/>
          <p:nvPr/>
        </p:nvSpPr>
        <p:spPr>
          <a:xfrm>
            <a:off x="3439600" y="1359946"/>
            <a:ext cx="1334633" cy="56971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성명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7" name="prstName"/>
          <p:cNvSpPr/>
          <p:nvPr/>
        </p:nvSpPr>
        <p:spPr>
          <a:xfrm>
            <a:off x="3439957" y="3410097"/>
            <a:ext cx="1334633" cy="56971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연락처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9" name="prstName"/>
          <p:cNvSpPr/>
          <p:nvPr/>
        </p:nvSpPr>
        <p:spPr>
          <a:xfrm>
            <a:off x="3439322" y="4097959"/>
            <a:ext cx="1334633" cy="56971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이메일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" name="prstName"/>
          <p:cNvSpPr/>
          <p:nvPr/>
        </p:nvSpPr>
        <p:spPr>
          <a:xfrm>
            <a:off x="3438687" y="4780584"/>
            <a:ext cx="1334633" cy="56971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가입도서관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1" name="prstName"/>
          <p:cNvSpPr/>
          <p:nvPr/>
        </p:nvSpPr>
        <p:spPr>
          <a:xfrm>
            <a:off x="4774931" y="1359914"/>
            <a:ext cx="3336991" cy="57012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prstName"/>
          <p:cNvSpPr/>
          <p:nvPr/>
        </p:nvSpPr>
        <p:spPr>
          <a:xfrm>
            <a:off x="4774280" y="2043174"/>
            <a:ext cx="3336991" cy="57012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prstName"/>
          <p:cNvSpPr/>
          <p:nvPr/>
        </p:nvSpPr>
        <p:spPr>
          <a:xfrm>
            <a:off x="4774915" y="2726434"/>
            <a:ext cx="3336991" cy="57012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prstName"/>
          <p:cNvSpPr/>
          <p:nvPr/>
        </p:nvSpPr>
        <p:spPr>
          <a:xfrm>
            <a:off x="4773645" y="3409694"/>
            <a:ext cx="3336991" cy="57012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prstName"/>
          <p:cNvSpPr/>
          <p:nvPr/>
        </p:nvSpPr>
        <p:spPr>
          <a:xfrm>
            <a:off x="4774280" y="4096764"/>
            <a:ext cx="3336991" cy="57012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prstName"/>
          <p:cNvSpPr/>
          <p:nvPr/>
        </p:nvSpPr>
        <p:spPr>
          <a:xfrm>
            <a:off x="4773010" y="4783834"/>
            <a:ext cx="3336991" cy="57012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prstName"/>
          <p:cNvSpPr/>
          <p:nvPr/>
        </p:nvSpPr>
        <p:spPr>
          <a:xfrm>
            <a:off x="3256" y="11168"/>
            <a:ext cx="2952750" cy="45577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회원가입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페이지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21" name="prstName"/>
          <p:cNvSpPr/>
          <p:nvPr/>
        </p:nvSpPr>
        <p:spPr>
          <a:xfrm>
            <a:off x="9525151" y="-2631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로그인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22" name="prstName"/>
          <p:cNvSpPr/>
          <p:nvPr/>
        </p:nvSpPr>
        <p:spPr>
          <a:xfrm>
            <a:off x="10860030" y="-2647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회원가입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23" name="prstName"/>
          <p:cNvSpPr/>
          <p:nvPr/>
        </p:nvSpPr>
        <p:spPr>
          <a:xfrm>
            <a:off x="8833598" y="-2307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24" name="prstName"/>
          <p:cNvSpPr/>
          <p:nvPr/>
        </p:nvSpPr>
        <p:spPr>
          <a:xfrm>
            <a:off x="4721871" y="5752047"/>
            <a:ext cx="2180709" cy="569371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가입</a:t>
            </a: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052" y="2553249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27021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로그인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login/main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./login.html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회원가입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join/main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./signUp.html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가입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join/transmission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474363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10856386" y="-1996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정보수정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3" name="prstName"/>
          <p:cNvSpPr/>
          <p:nvPr/>
        </p:nvSpPr>
        <p:spPr>
          <a:xfrm>
            <a:off x="10170908" y="10393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4" name="prstName"/>
          <p:cNvSpPr/>
          <p:nvPr/>
        </p:nvSpPr>
        <p:spPr>
          <a:xfrm>
            <a:off x="3256" y="11168"/>
            <a:ext cx="2952750" cy="45577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자료검색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클릭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후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페이지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prstName"/>
          <p:cNvSpPr/>
          <p:nvPr/>
        </p:nvSpPr>
        <p:spPr>
          <a:xfrm>
            <a:off x="2230147" y="1315747"/>
            <a:ext cx="6208035" cy="738111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검색어</a:t>
            </a:r>
            <a:endParaRPr lang="ko-KR" altLang="en-US">
              <a:solidFill>
                <a:srgbClr val="000000"/>
              </a:solidFill>
            </a:endParaRP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1056640" y="1315720"/>
          <a:ext cx="8128000" cy="11125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2160"/>
              </a:tblGrid>
              <a:tr h="698577"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도서명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 anchor="ctr" anchorCtr="1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698577"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저자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 anchor="ctr" anchorCtr="1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prstName"/>
          <p:cNvSpPr/>
          <p:nvPr/>
        </p:nvSpPr>
        <p:spPr>
          <a:xfrm>
            <a:off x="2230165" y="2765607"/>
            <a:ext cx="2754715" cy="46131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도서관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선택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9" name="prstName"/>
          <p:cNvSpPr/>
          <p:nvPr/>
        </p:nvSpPr>
        <p:spPr>
          <a:xfrm>
            <a:off x="2868133" y="3938400"/>
            <a:ext cx="2117039" cy="421777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rgbClr val="000000"/>
                </a:solidFill>
              </a:rPr>
              <a:t>A</a:t>
            </a:r>
            <a:r>
              <a:rPr lang="ko-KR" altLang="en-US">
                <a:solidFill>
                  <a:srgbClr val="000000"/>
                </a:solidFill>
              </a:rPr>
              <a:t>도서관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" name="prstName"/>
          <p:cNvSpPr/>
          <p:nvPr/>
        </p:nvSpPr>
        <p:spPr>
          <a:xfrm>
            <a:off x="2230319" y="3938401"/>
            <a:ext cx="421605" cy="42194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prstName"/>
          <p:cNvSpPr/>
          <p:nvPr/>
        </p:nvSpPr>
        <p:spPr>
          <a:xfrm>
            <a:off x="5838663" y="3938400"/>
            <a:ext cx="2117039" cy="421777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rgbClr val="000000"/>
                </a:solidFill>
              </a:rPr>
              <a:t>B</a:t>
            </a:r>
            <a:r>
              <a:rPr lang="ko-KR" altLang="en-US">
                <a:solidFill>
                  <a:srgbClr val="000000"/>
                </a:solidFill>
              </a:rPr>
              <a:t>도서관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2" name="prstName"/>
          <p:cNvSpPr/>
          <p:nvPr/>
        </p:nvSpPr>
        <p:spPr>
          <a:xfrm>
            <a:off x="5200849" y="3938401"/>
            <a:ext cx="421605" cy="42194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prstName"/>
          <p:cNvSpPr/>
          <p:nvPr/>
        </p:nvSpPr>
        <p:spPr>
          <a:xfrm>
            <a:off x="8809193" y="3938400"/>
            <a:ext cx="2117039" cy="421777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rgbClr val="000000"/>
                </a:solidFill>
              </a:rPr>
              <a:t>C</a:t>
            </a:r>
            <a:r>
              <a:rPr lang="ko-KR" altLang="en-US">
                <a:solidFill>
                  <a:srgbClr val="000000"/>
                </a:solidFill>
              </a:rPr>
              <a:t>도서관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4" name="prstName"/>
          <p:cNvSpPr/>
          <p:nvPr/>
        </p:nvSpPr>
        <p:spPr>
          <a:xfrm>
            <a:off x="8171379" y="3938401"/>
            <a:ext cx="421605" cy="42194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prstName"/>
          <p:cNvSpPr/>
          <p:nvPr/>
        </p:nvSpPr>
        <p:spPr>
          <a:xfrm>
            <a:off x="2230319" y="3371346"/>
            <a:ext cx="421605" cy="42194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prstName"/>
          <p:cNvSpPr/>
          <p:nvPr/>
        </p:nvSpPr>
        <p:spPr>
          <a:xfrm>
            <a:off x="2868133" y="3371345"/>
            <a:ext cx="2117039" cy="421777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전체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도서관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7" name="prstName"/>
          <p:cNvSpPr/>
          <p:nvPr/>
        </p:nvSpPr>
        <p:spPr>
          <a:xfrm>
            <a:off x="8593362" y="1315903"/>
            <a:ext cx="1159098" cy="737955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검색</a:t>
            </a: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066733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052" y="2553249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27021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정보수정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update/checkPass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검색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searching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530591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898911" y="1632079"/>
            <a:ext cx="1331234" cy="1331234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이미지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3" name="prstName"/>
          <p:cNvSpPr/>
          <p:nvPr/>
        </p:nvSpPr>
        <p:spPr>
          <a:xfrm>
            <a:off x="10856386" y="-1996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정보수정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4" name="prstName"/>
          <p:cNvSpPr/>
          <p:nvPr/>
        </p:nvSpPr>
        <p:spPr>
          <a:xfrm>
            <a:off x="411231" y="1632405"/>
            <a:ext cx="238125" cy="238125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2665104" y="1618899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책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제목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6" name="prstName"/>
          <p:cNvSpPr/>
          <p:nvPr/>
        </p:nvSpPr>
        <p:spPr>
          <a:xfrm>
            <a:off x="2665104" y="2139599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저자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7" name="prstName"/>
          <p:cNvSpPr/>
          <p:nvPr/>
        </p:nvSpPr>
        <p:spPr>
          <a:xfrm>
            <a:off x="5677682" y="2139599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출판사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8" name="prstName"/>
          <p:cNvSpPr/>
          <p:nvPr/>
        </p:nvSpPr>
        <p:spPr>
          <a:xfrm>
            <a:off x="8690122" y="2139599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발행일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9" name="prstName"/>
          <p:cNvSpPr/>
          <p:nvPr/>
        </p:nvSpPr>
        <p:spPr>
          <a:xfrm>
            <a:off x="2665242" y="2646964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rgbClr val="000000"/>
                </a:solidFill>
              </a:rPr>
              <a:t>ISBN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" name="prstName"/>
          <p:cNvSpPr/>
          <p:nvPr/>
        </p:nvSpPr>
        <p:spPr>
          <a:xfrm>
            <a:off x="5677682" y="2646964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소장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도서관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1" name="prstName"/>
          <p:cNvSpPr/>
          <p:nvPr/>
        </p:nvSpPr>
        <p:spPr>
          <a:xfrm>
            <a:off x="8689984" y="2646964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대출여부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3" name="prstName"/>
          <p:cNvSpPr/>
          <p:nvPr/>
        </p:nvSpPr>
        <p:spPr>
          <a:xfrm>
            <a:off x="898911" y="3688209"/>
            <a:ext cx="1331234" cy="1331234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이미지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4" name="prstName"/>
          <p:cNvSpPr/>
          <p:nvPr/>
        </p:nvSpPr>
        <p:spPr>
          <a:xfrm>
            <a:off x="411231" y="3688535"/>
            <a:ext cx="238125" cy="238125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prstName"/>
          <p:cNvSpPr/>
          <p:nvPr/>
        </p:nvSpPr>
        <p:spPr>
          <a:xfrm>
            <a:off x="2665104" y="3675029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책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제목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6" name="prstName"/>
          <p:cNvSpPr/>
          <p:nvPr/>
        </p:nvSpPr>
        <p:spPr>
          <a:xfrm>
            <a:off x="2665104" y="4195729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저자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7" name="prstName"/>
          <p:cNvSpPr/>
          <p:nvPr/>
        </p:nvSpPr>
        <p:spPr>
          <a:xfrm>
            <a:off x="5677682" y="4195729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출판사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8" name="prstName"/>
          <p:cNvSpPr/>
          <p:nvPr/>
        </p:nvSpPr>
        <p:spPr>
          <a:xfrm>
            <a:off x="8690122" y="4195729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발행일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9" name="prstName"/>
          <p:cNvSpPr/>
          <p:nvPr/>
        </p:nvSpPr>
        <p:spPr>
          <a:xfrm>
            <a:off x="2665242" y="4703094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rgbClr val="000000"/>
                </a:solidFill>
              </a:rPr>
              <a:t>ISBN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20" name="prstName"/>
          <p:cNvSpPr/>
          <p:nvPr/>
        </p:nvSpPr>
        <p:spPr>
          <a:xfrm>
            <a:off x="5677682" y="4703094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소장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도서관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21" name="prstName"/>
          <p:cNvSpPr/>
          <p:nvPr/>
        </p:nvSpPr>
        <p:spPr>
          <a:xfrm>
            <a:off x="8689984" y="4703094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대출여부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22" name="prstName"/>
          <p:cNvSpPr/>
          <p:nvPr/>
        </p:nvSpPr>
        <p:spPr>
          <a:xfrm>
            <a:off x="3256" y="11168"/>
            <a:ext cx="2952750" cy="45577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자료검색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후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페이지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23" name="prstName"/>
          <p:cNvSpPr/>
          <p:nvPr/>
        </p:nvSpPr>
        <p:spPr>
          <a:xfrm>
            <a:off x="10170908" y="10393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24" name="prstName"/>
          <p:cNvSpPr/>
          <p:nvPr/>
        </p:nvSpPr>
        <p:spPr>
          <a:xfrm>
            <a:off x="2665208" y="885115"/>
            <a:ext cx="2755111" cy="315989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관심도서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담기</a:t>
            </a: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149958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052" y="2553249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27021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정보수정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update/checkPass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관심도서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담기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my_library/interest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책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이미지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book/{0} - pathparameter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204251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869453" y="1030596"/>
            <a:ext cx="1966122" cy="2560760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이미지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3" name="prstName"/>
          <p:cNvSpPr/>
          <p:nvPr/>
        </p:nvSpPr>
        <p:spPr>
          <a:xfrm>
            <a:off x="3254199" y="1030752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책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제목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4" name="prstName"/>
          <p:cNvSpPr/>
          <p:nvPr/>
        </p:nvSpPr>
        <p:spPr>
          <a:xfrm>
            <a:off x="3253904" y="1505561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저자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prstName"/>
          <p:cNvSpPr/>
          <p:nvPr/>
        </p:nvSpPr>
        <p:spPr>
          <a:xfrm>
            <a:off x="3254042" y="1980712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출판사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6" name="prstName"/>
          <p:cNvSpPr/>
          <p:nvPr/>
        </p:nvSpPr>
        <p:spPr>
          <a:xfrm>
            <a:off x="3254042" y="2456002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rgbClr val="000000"/>
                </a:solidFill>
              </a:rPr>
              <a:t>ISBN</a:t>
            </a:r>
            <a:endParaRPr lang="ko-KR" altLang="en-US">
              <a:solidFill>
                <a:srgbClr val="000000"/>
              </a:solidFill>
            </a:endParaRP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869722" y="4011256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105585"/>
                <a:gridCol w="2105585"/>
                <a:gridCol w="2105585"/>
                <a:gridCol w="2105585"/>
                <a:gridCol w="2105585"/>
              </a:tblGrid>
              <a:tr h="426085"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소장도서관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소장위치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대출상태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반납예정일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신청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969170">
                <a:tc>
                  <a:txBody>
                    <a:bodyPr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prstName"/>
          <p:cNvSpPr/>
          <p:nvPr/>
        </p:nvSpPr>
        <p:spPr>
          <a:xfrm>
            <a:off x="10856386" y="-1996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정보수정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" name="prstName"/>
          <p:cNvSpPr/>
          <p:nvPr/>
        </p:nvSpPr>
        <p:spPr>
          <a:xfrm>
            <a:off x="3256" y="11168"/>
            <a:ext cx="2952750" cy="734758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자료검색에서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도서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클릭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후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페이지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1" name="prstName"/>
          <p:cNvSpPr/>
          <p:nvPr/>
        </p:nvSpPr>
        <p:spPr>
          <a:xfrm>
            <a:off x="10170908" y="10393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2" name="prstName"/>
          <p:cNvSpPr/>
          <p:nvPr/>
        </p:nvSpPr>
        <p:spPr>
          <a:xfrm>
            <a:off x="9457649" y="4551141"/>
            <a:ext cx="1780387" cy="36289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예약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3" name="prstName"/>
          <p:cNvSpPr/>
          <p:nvPr/>
        </p:nvSpPr>
        <p:spPr>
          <a:xfrm>
            <a:off x="9457649" y="4913726"/>
            <a:ext cx="1780387" cy="36289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상호대차</a:t>
            </a: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372875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052" y="2377714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27021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정보수정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update/checkPass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예약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my_library/reservation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상호대차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my_library/interlibrary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./clickInterLibrary.html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992210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256" y="11168"/>
            <a:ext cx="2952750" cy="45577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상호대차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클릭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후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페이지</a:t>
            </a:r>
            <a:endParaRPr lang="ko-KR" altLang="en-US">
              <a:solidFill>
                <a:srgbClr val="000000"/>
              </a:solidFill>
            </a:endParaRP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2032000" y="2056439"/>
          <a:ext cx="8128000" cy="7416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4064000"/>
                <a:gridCol w="4064000"/>
              </a:tblGrid>
              <a:tr h="370840">
                <a:tc rowSpan="2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신청</a:t>
                      </a:r>
                      <a:r>
                        <a:rPr lang="en-US" altLang="ko-KR" b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도서관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 anchor="ctr" anchorCtr="1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도서관</a:t>
                      </a:r>
                      <a:r>
                        <a:rPr lang="en-US" altLang="ko-KR" b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목록</a:t>
                      </a:r>
                      <a:r>
                        <a:rPr lang="en-US" altLang="ko-KR" b="0">
                          <a:solidFill>
                            <a:srgbClr val="000000"/>
                          </a:solidFill>
                        </a:rPr>
                        <a:t> / </a:t>
                      </a: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선택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 anchor="ctr" anchorCtr="1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vMerge="1"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prstName"/>
          <p:cNvSpPr/>
          <p:nvPr/>
        </p:nvSpPr>
        <p:spPr>
          <a:xfrm>
            <a:off x="2032593" y="1408012"/>
            <a:ext cx="8127794" cy="320287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3255645" y="3546732"/>
          <a:ext cx="8128000" cy="3708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840626"/>
                <a:gridCol w="2840626"/>
              </a:tblGrid>
              <a:tr h="457844"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확인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취소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prstName"/>
          <p:cNvSpPr/>
          <p:nvPr/>
        </p:nvSpPr>
        <p:spPr>
          <a:xfrm>
            <a:off x="10856386" y="-1996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정보수정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7" name="prstName"/>
          <p:cNvSpPr/>
          <p:nvPr/>
        </p:nvSpPr>
        <p:spPr>
          <a:xfrm>
            <a:off x="10170908" y="10393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192138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052" y="2377714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27021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정보수정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update/checkPass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확인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my_library/interlibrary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/selection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취소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book/{0} - pathparameter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992210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885731" y="1961593"/>
            <a:ext cx="1331234" cy="1331234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이미지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3" name="prstName"/>
          <p:cNvSpPr/>
          <p:nvPr/>
        </p:nvSpPr>
        <p:spPr>
          <a:xfrm>
            <a:off x="10856386" y="-1996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정보수정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4" name="prstName"/>
          <p:cNvSpPr/>
          <p:nvPr/>
        </p:nvSpPr>
        <p:spPr>
          <a:xfrm>
            <a:off x="2651924" y="1948413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책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제목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prstName"/>
          <p:cNvSpPr/>
          <p:nvPr/>
        </p:nvSpPr>
        <p:spPr>
          <a:xfrm>
            <a:off x="2651924" y="2469113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저자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6" name="prstName"/>
          <p:cNvSpPr/>
          <p:nvPr/>
        </p:nvSpPr>
        <p:spPr>
          <a:xfrm>
            <a:off x="5664502" y="2469113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출판사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7" name="prstName"/>
          <p:cNvSpPr/>
          <p:nvPr/>
        </p:nvSpPr>
        <p:spPr>
          <a:xfrm>
            <a:off x="8676942" y="2469113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발행일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8" name="prstName"/>
          <p:cNvSpPr/>
          <p:nvPr/>
        </p:nvSpPr>
        <p:spPr>
          <a:xfrm>
            <a:off x="2652062" y="2976478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rgbClr val="000000"/>
                </a:solidFill>
              </a:rPr>
              <a:t>ISBN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9" name="prstName"/>
          <p:cNvSpPr/>
          <p:nvPr/>
        </p:nvSpPr>
        <p:spPr>
          <a:xfrm>
            <a:off x="5664502" y="2976478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소장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도서관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" name="prstName"/>
          <p:cNvSpPr/>
          <p:nvPr/>
        </p:nvSpPr>
        <p:spPr>
          <a:xfrm>
            <a:off x="885731" y="4017723"/>
            <a:ext cx="1331234" cy="1331234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이미지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1" name="prstName"/>
          <p:cNvSpPr/>
          <p:nvPr/>
        </p:nvSpPr>
        <p:spPr>
          <a:xfrm>
            <a:off x="2651924" y="4004543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책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제목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2" name="prstName"/>
          <p:cNvSpPr/>
          <p:nvPr/>
        </p:nvSpPr>
        <p:spPr>
          <a:xfrm>
            <a:off x="2651924" y="4525243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저자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3" name="prstName"/>
          <p:cNvSpPr/>
          <p:nvPr/>
        </p:nvSpPr>
        <p:spPr>
          <a:xfrm>
            <a:off x="5664502" y="4525243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출판사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4" name="prstName"/>
          <p:cNvSpPr/>
          <p:nvPr/>
        </p:nvSpPr>
        <p:spPr>
          <a:xfrm>
            <a:off x="8676942" y="4525243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발행일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5" name="prstName"/>
          <p:cNvSpPr/>
          <p:nvPr/>
        </p:nvSpPr>
        <p:spPr>
          <a:xfrm>
            <a:off x="2652062" y="5032608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rgbClr val="000000"/>
                </a:solidFill>
              </a:rPr>
              <a:t>ISBN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6" name="prstName"/>
          <p:cNvSpPr/>
          <p:nvPr/>
        </p:nvSpPr>
        <p:spPr>
          <a:xfrm>
            <a:off x="5664502" y="5032608"/>
            <a:ext cx="2754733" cy="31633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소장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도서관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7" name="prstName"/>
          <p:cNvSpPr/>
          <p:nvPr/>
        </p:nvSpPr>
        <p:spPr>
          <a:xfrm>
            <a:off x="8676732" y="2976434"/>
            <a:ext cx="2754974" cy="316262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희망도서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신청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8" name="prstName"/>
          <p:cNvSpPr/>
          <p:nvPr/>
        </p:nvSpPr>
        <p:spPr>
          <a:xfrm>
            <a:off x="8676732" y="5032564"/>
            <a:ext cx="2754974" cy="316262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희망도서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신청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9" name="prstName"/>
          <p:cNvSpPr/>
          <p:nvPr/>
        </p:nvSpPr>
        <p:spPr>
          <a:xfrm>
            <a:off x="3256" y="11168"/>
            <a:ext cx="2952750" cy="718310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희망도서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신청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클릭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후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페이지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20" name="prstName"/>
          <p:cNvSpPr/>
          <p:nvPr/>
        </p:nvSpPr>
        <p:spPr>
          <a:xfrm>
            <a:off x="10170908" y="10393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149958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052" y="2553249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27021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정보수정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update/checkPass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희망도서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신청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req_book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1535636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256" y="11168"/>
            <a:ext cx="2952750" cy="45577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문의게시판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클릭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후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페이지</a:t>
            </a:r>
            <a:endParaRPr lang="ko-KR" altLang="en-US">
              <a:solidFill>
                <a:srgbClr val="000000"/>
              </a:solidFill>
            </a:endParaRP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957966" y="1156443"/>
          <a:ext cx="8128000" cy="29667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712866"/>
                <a:gridCol w="1712866"/>
                <a:gridCol w="1712866"/>
                <a:gridCol w="1712866"/>
                <a:gridCol w="1712866"/>
                <a:gridCol w="1712866"/>
              </a:tblGrid>
              <a:tr h="568289"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제목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작성일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답변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공개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568289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568289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568289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568289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568289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568289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568289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prstName"/>
          <p:cNvSpPr/>
          <p:nvPr/>
        </p:nvSpPr>
        <p:spPr>
          <a:xfrm>
            <a:off x="10856386" y="-1996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정보수정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prstName"/>
          <p:cNvSpPr/>
          <p:nvPr/>
        </p:nvSpPr>
        <p:spPr>
          <a:xfrm>
            <a:off x="9044487" y="5886583"/>
            <a:ext cx="2190581" cy="634831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글쓰기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7" name="prstName"/>
          <p:cNvSpPr/>
          <p:nvPr/>
        </p:nvSpPr>
        <p:spPr>
          <a:xfrm>
            <a:off x="957762" y="5886583"/>
            <a:ext cx="2190581" cy="634831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나의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게시글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8" name="prstName"/>
          <p:cNvSpPr/>
          <p:nvPr/>
        </p:nvSpPr>
        <p:spPr>
          <a:xfrm>
            <a:off x="10170908" y="10393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9" name="prstName"/>
          <p:cNvSpPr/>
          <p:nvPr/>
        </p:nvSpPr>
        <p:spPr>
          <a:xfrm>
            <a:off x="3835531" y="5887044"/>
            <a:ext cx="4521680" cy="634356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rgbClr val="000000"/>
                </a:solidFill>
              </a:rPr>
              <a:t>1 2 3 4 5</a:t>
            </a: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211620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052" y="2027110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27021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정보수정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update/checkPass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나의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게시글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my_writing/main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글쓰기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write/main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아래페이지번호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board/{0} - pathvariable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게시글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content/{0}-pathvariable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001885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256" y="11168"/>
            <a:ext cx="2952750" cy="45577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글쓰기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클릭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후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페이지</a:t>
            </a:r>
            <a:endParaRPr lang="ko-KR" altLang="en-US">
              <a:solidFill>
                <a:srgbClr val="000000"/>
              </a:solidFill>
            </a:endParaRP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1364490" y="783418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987675"/>
                <a:gridCol w="1742873"/>
                <a:gridCol w="2366382"/>
                <a:gridCol w="2366382"/>
              </a:tblGrid>
              <a:tr h="322436">
                <a:tc gridSpan="4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제목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22436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작성일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비공개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582879">
                <a:tc rowSpan="3" gridSpan="4"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rowSpan="3"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rowSpan="3"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rowSpan="3"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43653">
                <a:tc gridSpan="4" vMerge="1">
                  <a:txBody>
                    <a:bodyPr/>
                    <a:p>
                      <a:pPr latinLnBrk="1">
                        <a:defRPr/>
                      </a:pPr>
                      <a:endParaRPr lang="ko-KR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 vMerge="1">
                  <a:txBody>
                    <a:bodyPr/>
                    <a:p>
                      <a:pPr latinLnBrk="1">
                        <a:defRPr/>
                      </a:pPr>
                      <a:endParaRPr lang="ko-KR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 vMerge="1">
                  <a:txBody>
                    <a:bodyPr/>
                    <a:p>
                      <a:pPr latinLnBrk="1">
                        <a:defRPr/>
                      </a:pPr>
                      <a:endParaRPr lang="ko-KR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 v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870235">
                <a:tc gridSpan="4" vMerge="1">
                  <a:txBody>
                    <a:bodyPr/>
                    <a:p>
                      <a:pPr latinLnBrk="1">
                        <a:defRPr/>
                      </a:pPr>
                      <a:endParaRPr lang="ko-KR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 v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 v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 v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819844">
                <a:tc gridSpan="4">
                  <a:txBody>
                    <a:bodyPr/>
                    <a:p>
                      <a:pPr latinLnBrk="1">
                        <a:defRPr/>
                      </a:pPr>
                      <a:endParaRPr lang="ko-KR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prstName"/>
          <p:cNvSpPr/>
          <p:nvPr/>
        </p:nvSpPr>
        <p:spPr>
          <a:xfrm>
            <a:off x="10856386" y="-1996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정보수정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6" name="prstName"/>
          <p:cNvSpPr/>
          <p:nvPr/>
        </p:nvSpPr>
        <p:spPr>
          <a:xfrm>
            <a:off x="10170908" y="10393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1" name="prstName"/>
          <p:cNvSpPr/>
          <p:nvPr/>
        </p:nvSpPr>
        <p:spPr>
          <a:xfrm>
            <a:off x="3536068" y="5510540"/>
            <a:ext cx="2179577" cy="562576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작성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2" name="prstName"/>
          <p:cNvSpPr/>
          <p:nvPr/>
        </p:nvSpPr>
        <p:spPr>
          <a:xfrm>
            <a:off x="5716023" y="5510540"/>
            <a:ext cx="2179577" cy="562576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취소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3" name="prstName"/>
          <p:cNvSpPr/>
          <p:nvPr/>
        </p:nvSpPr>
        <p:spPr>
          <a:xfrm>
            <a:off x="9347639" y="1210302"/>
            <a:ext cx="250431" cy="250432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prstName"/>
          <p:cNvSpPr/>
          <p:nvPr/>
        </p:nvSpPr>
        <p:spPr>
          <a:xfrm>
            <a:off x="1364093" y="4312295"/>
            <a:ext cx="2171700" cy="819150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800">
                <a:solidFill>
                  <a:srgbClr val="000000"/>
                </a:solidFill>
              </a:rPr>
              <a:t>파일업로드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276295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052" y="2377753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27021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정보수정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update/checkPass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작성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write/transmission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취소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board/main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290949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256" y="11168"/>
            <a:ext cx="2952750" cy="45577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나의게시판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클릭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후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페이지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3" name="prstName"/>
          <p:cNvSpPr/>
          <p:nvPr/>
        </p:nvSpPr>
        <p:spPr>
          <a:xfrm>
            <a:off x="10856386" y="-1996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정보수정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4" name="prstName"/>
          <p:cNvSpPr/>
          <p:nvPr/>
        </p:nvSpPr>
        <p:spPr>
          <a:xfrm>
            <a:off x="10170908" y="10393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998606" y="1156443"/>
          <a:ext cx="8128000" cy="29667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548851"/>
                <a:gridCol w="2548851"/>
                <a:gridCol w="2548851"/>
                <a:gridCol w="2548851"/>
              </a:tblGrid>
              <a:tr h="568289"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제목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작성일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답변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568289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568289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568289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568289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568289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568289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568289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prstName"/>
          <p:cNvSpPr/>
          <p:nvPr/>
        </p:nvSpPr>
        <p:spPr>
          <a:xfrm>
            <a:off x="3835531" y="5887044"/>
            <a:ext cx="4521680" cy="634356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rgbClr val="000000"/>
                </a:solidFill>
              </a:rPr>
              <a:t>1 2 3 4 5</a:t>
            </a: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032571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052" y="2377753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27021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정보수정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update/checkPass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아래페이지번호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my_writing/{0}-pathvariable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게시글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클릭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content/{0}-pathvariable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4182924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256" y="11168"/>
            <a:ext cx="2952750" cy="60535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600">
                <a:solidFill>
                  <a:srgbClr val="000000"/>
                </a:solidFill>
              </a:rPr>
              <a:t>작성자가</a:t>
            </a:r>
            <a:r>
              <a:rPr lang="en-US" altLang="ko-KR" sz="1600">
                <a:solidFill>
                  <a:srgbClr val="000000"/>
                </a:solidFill>
              </a:rPr>
              <a:t> </a:t>
            </a:r>
            <a:r>
              <a:rPr lang="ko-KR" altLang="en-US" sz="1600">
                <a:solidFill>
                  <a:srgbClr val="000000"/>
                </a:solidFill>
              </a:rPr>
              <a:t>작성</a:t>
            </a:r>
            <a:r>
              <a:rPr lang="en-US" altLang="ko-KR" sz="1600">
                <a:solidFill>
                  <a:srgbClr val="000000"/>
                </a:solidFill>
              </a:rPr>
              <a:t> </a:t>
            </a:r>
            <a:r>
              <a:rPr lang="ko-KR" altLang="en-US" sz="1600">
                <a:solidFill>
                  <a:srgbClr val="000000"/>
                </a:solidFill>
              </a:rPr>
              <a:t>게시글</a:t>
            </a:r>
            <a:r>
              <a:rPr lang="en-US" altLang="ko-KR" sz="1600">
                <a:solidFill>
                  <a:srgbClr val="000000"/>
                </a:solidFill>
              </a:rPr>
              <a:t> </a:t>
            </a:r>
            <a:r>
              <a:rPr lang="ko-KR" altLang="en-US" sz="1600">
                <a:solidFill>
                  <a:srgbClr val="000000"/>
                </a:solidFill>
              </a:rPr>
              <a:t>클릭</a:t>
            </a:r>
            <a:r>
              <a:rPr lang="en-US" altLang="ko-KR" sz="1600">
                <a:solidFill>
                  <a:srgbClr val="000000"/>
                </a:solidFill>
              </a:rPr>
              <a:t> </a:t>
            </a:r>
            <a:r>
              <a:rPr lang="ko-KR" altLang="en-US" sz="1600">
                <a:solidFill>
                  <a:srgbClr val="000000"/>
                </a:solidFill>
              </a:rPr>
              <a:t>후</a:t>
            </a:r>
            <a:r>
              <a:rPr lang="en-US" altLang="ko-KR" sz="1600">
                <a:solidFill>
                  <a:srgbClr val="000000"/>
                </a:solidFill>
              </a:rPr>
              <a:t> </a:t>
            </a:r>
            <a:r>
              <a:rPr lang="ko-KR" altLang="en-US" sz="1600">
                <a:solidFill>
                  <a:srgbClr val="000000"/>
                </a:solidFill>
              </a:rPr>
              <a:t>페이지</a:t>
            </a:r>
            <a:r>
              <a:rPr lang="en-US" altLang="ko-KR" sz="1600">
                <a:solidFill>
                  <a:srgbClr val="000000"/>
                </a:solidFill>
              </a:rPr>
              <a:t> / </a:t>
            </a:r>
            <a:r>
              <a:rPr lang="ko-KR" altLang="en-US" sz="1600">
                <a:solidFill>
                  <a:srgbClr val="000000"/>
                </a:solidFill>
              </a:rPr>
              <a:t>답변</a:t>
            </a:r>
            <a:r>
              <a:rPr lang="en-US" altLang="ko-KR" sz="1600">
                <a:solidFill>
                  <a:srgbClr val="000000"/>
                </a:solidFill>
              </a:rPr>
              <a:t> </a:t>
            </a:r>
            <a:r>
              <a:rPr lang="ko-KR" altLang="en-US" sz="1600">
                <a:solidFill>
                  <a:srgbClr val="000000"/>
                </a:solidFill>
              </a:rPr>
              <a:t>전</a:t>
            </a:r>
            <a:endParaRPr lang="ko-KR" altLang="en-US" sz="1600">
              <a:solidFill>
                <a:srgbClr val="000000"/>
              </a:solidFill>
            </a:endParaRP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1364490" y="783418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365274"/>
                <a:gridCol w="2365274"/>
                <a:gridCol w="2366382"/>
                <a:gridCol w="2366382"/>
              </a:tblGrid>
              <a:tr h="336474">
                <a:tc gridSpan="4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제목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36474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작성일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공개여부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566545">
                <a:tc gridSpan="4"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36474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답변일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답변자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545590">
                <a:tc gridSpan="4"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27828">
                <a:tc gridSpan="4">
                  <a:txBody>
                    <a:bodyPr/>
                    <a:p>
                      <a:pPr latinLnBrk="1">
                        <a:defRPr/>
                      </a:pPr>
                      <a:endParaRPr lang="ko-KR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prstName"/>
          <p:cNvSpPr/>
          <p:nvPr/>
        </p:nvSpPr>
        <p:spPr>
          <a:xfrm>
            <a:off x="10856386" y="-1996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정보수정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prstName"/>
          <p:cNvSpPr/>
          <p:nvPr/>
        </p:nvSpPr>
        <p:spPr>
          <a:xfrm>
            <a:off x="3708447" y="5811389"/>
            <a:ext cx="2002158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목록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6" name="prstName"/>
          <p:cNvSpPr/>
          <p:nvPr/>
        </p:nvSpPr>
        <p:spPr>
          <a:xfrm>
            <a:off x="5710930" y="5811389"/>
            <a:ext cx="2002158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수정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7" name="prstName"/>
          <p:cNvSpPr/>
          <p:nvPr/>
        </p:nvSpPr>
        <p:spPr>
          <a:xfrm>
            <a:off x="10170908" y="10393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8" name="prstName"/>
          <p:cNvSpPr/>
          <p:nvPr/>
        </p:nvSpPr>
        <p:spPr>
          <a:xfrm>
            <a:off x="1364351" y="4993084"/>
            <a:ext cx="2172077" cy="627756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파일업로드</a:t>
            </a: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353112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059" y="2377714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27021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정보수정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update/checkPass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목록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board/main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수정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board/update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PATCH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976973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256" y="11168"/>
            <a:ext cx="2952750" cy="605084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600">
                <a:solidFill>
                  <a:srgbClr val="000000"/>
                </a:solidFill>
              </a:rPr>
              <a:t>작성자가</a:t>
            </a:r>
            <a:r>
              <a:rPr lang="en-US" altLang="ko-KR" sz="1600">
                <a:solidFill>
                  <a:srgbClr val="000000"/>
                </a:solidFill>
              </a:rPr>
              <a:t> </a:t>
            </a:r>
            <a:r>
              <a:rPr lang="ko-KR" altLang="en-US" sz="1600">
                <a:solidFill>
                  <a:srgbClr val="000000"/>
                </a:solidFill>
              </a:rPr>
              <a:t>작성</a:t>
            </a:r>
            <a:r>
              <a:rPr lang="en-US" altLang="ko-KR" sz="1600">
                <a:solidFill>
                  <a:srgbClr val="000000"/>
                </a:solidFill>
              </a:rPr>
              <a:t> </a:t>
            </a:r>
            <a:r>
              <a:rPr lang="ko-KR" altLang="en-US" sz="1600">
                <a:solidFill>
                  <a:srgbClr val="000000"/>
                </a:solidFill>
              </a:rPr>
              <a:t>게시글</a:t>
            </a:r>
            <a:r>
              <a:rPr lang="en-US" altLang="ko-KR" sz="1600">
                <a:solidFill>
                  <a:srgbClr val="000000"/>
                </a:solidFill>
              </a:rPr>
              <a:t> </a:t>
            </a:r>
            <a:r>
              <a:rPr lang="ko-KR" altLang="en-US" sz="1600">
                <a:solidFill>
                  <a:srgbClr val="000000"/>
                </a:solidFill>
              </a:rPr>
              <a:t>클릭</a:t>
            </a:r>
            <a:r>
              <a:rPr lang="en-US" altLang="ko-KR" sz="1600">
                <a:solidFill>
                  <a:srgbClr val="000000"/>
                </a:solidFill>
              </a:rPr>
              <a:t> </a:t>
            </a:r>
            <a:r>
              <a:rPr lang="ko-KR" altLang="en-US" sz="1600">
                <a:solidFill>
                  <a:srgbClr val="000000"/>
                </a:solidFill>
              </a:rPr>
              <a:t>후</a:t>
            </a:r>
            <a:r>
              <a:rPr lang="en-US" altLang="ko-KR" sz="1600">
                <a:solidFill>
                  <a:srgbClr val="000000"/>
                </a:solidFill>
              </a:rPr>
              <a:t> </a:t>
            </a:r>
            <a:r>
              <a:rPr lang="ko-KR" altLang="en-US" sz="1600">
                <a:solidFill>
                  <a:srgbClr val="000000"/>
                </a:solidFill>
              </a:rPr>
              <a:t>페이지</a:t>
            </a:r>
            <a:r>
              <a:rPr lang="en-US" altLang="ko-KR" sz="1600">
                <a:solidFill>
                  <a:srgbClr val="000000"/>
                </a:solidFill>
              </a:rPr>
              <a:t> / </a:t>
            </a:r>
            <a:r>
              <a:rPr lang="ko-KR" altLang="en-US" sz="1600">
                <a:solidFill>
                  <a:srgbClr val="000000"/>
                </a:solidFill>
              </a:rPr>
              <a:t>답변</a:t>
            </a:r>
            <a:r>
              <a:rPr lang="en-US" altLang="ko-KR" sz="1600">
                <a:solidFill>
                  <a:srgbClr val="000000"/>
                </a:solidFill>
              </a:rPr>
              <a:t> </a:t>
            </a:r>
            <a:r>
              <a:rPr lang="ko-KR" altLang="en-US" sz="1600">
                <a:solidFill>
                  <a:srgbClr val="000000"/>
                </a:solidFill>
              </a:rPr>
              <a:t>후</a:t>
            </a:r>
            <a:endParaRPr lang="ko-KR" altLang="en-US" sz="1600">
              <a:solidFill>
                <a:srgbClr val="000000"/>
              </a:solidFill>
            </a:endParaRP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1364490" y="783418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365274"/>
                <a:gridCol w="2365274"/>
                <a:gridCol w="2366382"/>
                <a:gridCol w="2366382"/>
              </a:tblGrid>
              <a:tr h="452737">
                <a:tc gridSpan="4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제목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90574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작성일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공개여부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753890">
                <a:tc gridSpan="4"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80781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답변일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답변자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753890">
                <a:tc gridSpan="4"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prstName"/>
          <p:cNvSpPr/>
          <p:nvPr/>
        </p:nvSpPr>
        <p:spPr>
          <a:xfrm>
            <a:off x="10856386" y="-1996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정보수정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prstName"/>
          <p:cNvSpPr/>
          <p:nvPr/>
        </p:nvSpPr>
        <p:spPr>
          <a:xfrm>
            <a:off x="4841974" y="5824570"/>
            <a:ext cx="2002158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목록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6" name="prstName"/>
          <p:cNvSpPr/>
          <p:nvPr/>
        </p:nvSpPr>
        <p:spPr>
          <a:xfrm>
            <a:off x="10170908" y="10393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353112"/>
      </p:ext>
    </p:extLst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052" y="2552944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정보수정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update/checkPass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목록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board/main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486388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256" y="11168"/>
            <a:ext cx="2952750" cy="45577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도서관소개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클릭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후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페이지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4" name="prstName"/>
          <p:cNvSpPr/>
          <p:nvPr/>
        </p:nvSpPr>
        <p:spPr>
          <a:xfrm>
            <a:off x="2018916" y="1288992"/>
            <a:ext cx="8127964" cy="1278512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ko-KR" altLang="en-US">
                <a:solidFill>
                  <a:srgbClr val="000000"/>
                </a:solidFill>
              </a:rPr>
              <a:t>주소</a:t>
            </a:r>
            <a:endParaRPr lang="en-US" altLang="ko-KR">
              <a:solidFill>
                <a:srgbClr val="000000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rgbClr val="000000"/>
                </a:solidFill>
              </a:rPr>
              <a:t>전화번호</a:t>
            </a:r>
            <a:endParaRPr lang="en-US" altLang="ko-KR">
              <a:solidFill>
                <a:srgbClr val="000000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rgbClr val="000000"/>
                </a:solidFill>
              </a:rPr>
              <a:t>휴관일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prstName"/>
          <p:cNvSpPr/>
          <p:nvPr/>
        </p:nvSpPr>
        <p:spPr>
          <a:xfrm>
            <a:off x="2018916" y="2567882"/>
            <a:ext cx="8128136" cy="1278512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ko-KR" altLang="en-US">
                <a:solidFill>
                  <a:srgbClr val="000000"/>
                </a:solidFill>
              </a:rPr>
              <a:t>시설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6" name="prstName"/>
          <p:cNvSpPr/>
          <p:nvPr/>
        </p:nvSpPr>
        <p:spPr>
          <a:xfrm>
            <a:off x="2018916" y="3846548"/>
            <a:ext cx="8127810" cy="1278512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ko-KR" altLang="en-US">
                <a:solidFill>
                  <a:srgbClr val="000000"/>
                </a:solidFill>
              </a:rPr>
              <a:t>자료현황</a:t>
            </a:r>
            <a:endParaRPr lang="ko-KR" altLang="en-US">
              <a:solidFill>
                <a:srgbClr val="000000"/>
              </a:solidFill>
            </a:endParaRP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2018665" y="5124450"/>
          <a:ext cx="8128000" cy="11125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8910"/>
                <a:gridCol w="2708910"/>
                <a:gridCol w="2710180"/>
              </a:tblGrid>
              <a:tr h="37084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이용시간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시설명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평일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토</a:t>
                      </a:r>
                      <a:r>
                        <a:rPr lang="en-US" altLang="ko-KR" b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일요일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prstName"/>
          <p:cNvSpPr/>
          <p:nvPr/>
        </p:nvSpPr>
        <p:spPr>
          <a:xfrm>
            <a:off x="10856386" y="-1996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정보수정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9" name="prstName"/>
          <p:cNvSpPr/>
          <p:nvPr/>
        </p:nvSpPr>
        <p:spPr>
          <a:xfrm>
            <a:off x="10170908" y="10393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" name="prstName"/>
          <p:cNvSpPr/>
          <p:nvPr/>
        </p:nvSpPr>
        <p:spPr>
          <a:xfrm>
            <a:off x="1999453" y="692280"/>
            <a:ext cx="2715963" cy="37094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 sz="1800">
                <a:solidFill>
                  <a:srgbClr val="000000"/>
                </a:solidFill>
              </a:rPr>
              <a:t>A</a:t>
            </a:r>
            <a:r>
              <a:rPr lang="ko-KR" altLang="en-US" sz="1800">
                <a:solidFill>
                  <a:srgbClr val="000000"/>
                </a:solidFill>
              </a:rPr>
              <a:t>도서관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1" name="prstName"/>
          <p:cNvSpPr/>
          <p:nvPr/>
        </p:nvSpPr>
        <p:spPr>
          <a:xfrm>
            <a:off x="4715348" y="692280"/>
            <a:ext cx="2715963" cy="37094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 sz="1800">
                <a:solidFill>
                  <a:srgbClr val="000000"/>
                </a:solidFill>
              </a:rPr>
              <a:t>B</a:t>
            </a:r>
            <a:r>
              <a:rPr lang="ko-KR" altLang="en-US" sz="1800">
                <a:solidFill>
                  <a:srgbClr val="000000"/>
                </a:solidFill>
              </a:rPr>
              <a:t>도서관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2" name="prstName"/>
          <p:cNvSpPr/>
          <p:nvPr/>
        </p:nvSpPr>
        <p:spPr>
          <a:xfrm>
            <a:off x="7431243" y="692280"/>
            <a:ext cx="2715963" cy="37094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 sz="1800">
                <a:solidFill>
                  <a:srgbClr val="000000"/>
                </a:solidFill>
              </a:rPr>
              <a:t>C</a:t>
            </a:r>
            <a:r>
              <a:rPr lang="ko-KR" altLang="en-US" sz="1800">
                <a:solidFill>
                  <a:srgbClr val="000000"/>
                </a:solidFill>
              </a:rPr>
              <a:t>도서관</a:t>
            </a: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289185"/>
      </p:ext>
    </p:extLst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052" y="2423473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27021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정보수정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update/checkPass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위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도서관선택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introduction/{0}-pathvariable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6941906"/>
      </p:ext>
    </p:extLst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256" y="11168"/>
            <a:ext cx="2952750" cy="45577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나의도서관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클릭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후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페이지</a:t>
            </a:r>
            <a:endParaRPr lang="ko-KR" altLang="en-US">
              <a:solidFill>
                <a:srgbClr val="000000"/>
              </a:solidFill>
            </a:endParaRP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939290" y="1777570"/>
          <a:ext cx="8128000" cy="3708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031524"/>
                <a:gridCol w="2031524"/>
                <a:gridCol w="2032476"/>
                <a:gridCol w="2032476"/>
              </a:tblGrid>
              <a:tr h="370840">
                <a:tc gridSpan="4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대출현황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번호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도서명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대출일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반납일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1939290" y="3037135"/>
          <a:ext cx="8128000" cy="3708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031524"/>
                <a:gridCol w="2031524"/>
                <a:gridCol w="2032476"/>
                <a:gridCol w="2032476"/>
              </a:tblGrid>
              <a:tr h="370840">
                <a:tc gridSpan="4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예약현황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번호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도서명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신청일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1939290" y="4345235"/>
          <a:ext cx="8128000" cy="3708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045335"/>
                <a:gridCol w="1204951"/>
                <a:gridCol w="1625905"/>
                <a:gridCol w="2149449"/>
                <a:gridCol w="1102361"/>
              </a:tblGrid>
              <a:tr h="370840">
                <a:tc gridSpan="5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관심도서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번호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gridSpan="4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도서명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gridSpan="4"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prstName"/>
          <p:cNvSpPr/>
          <p:nvPr/>
        </p:nvSpPr>
        <p:spPr>
          <a:xfrm>
            <a:off x="10856386" y="-1996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정보수정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8" name="prstName"/>
          <p:cNvSpPr/>
          <p:nvPr/>
        </p:nvSpPr>
        <p:spPr>
          <a:xfrm>
            <a:off x="10170908" y="10393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1939290" y="5653335"/>
          <a:ext cx="8128000" cy="3708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031524"/>
                <a:gridCol w="2031524"/>
                <a:gridCol w="2032476"/>
                <a:gridCol w="2032476"/>
              </a:tblGrid>
              <a:tr h="370840">
                <a:tc gridSpan="4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희망도서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번호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도서명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</a:rPr>
                        <a:t>신청일</a:t>
                      </a: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latinLnBrk="1">
                        <a:defRPr/>
                      </a:pPr>
                      <a:endParaRPr lang="ko-KR" altLang="en-US" b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prstName"/>
          <p:cNvSpPr/>
          <p:nvPr/>
        </p:nvSpPr>
        <p:spPr>
          <a:xfrm>
            <a:off x="1939901" y="1162197"/>
            <a:ext cx="2035569" cy="370909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800">
                <a:solidFill>
                  <a:srgbClr val="000000"/>
                </a:solidFill>
              </a:rPr>
              <a:t>대출현황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1" name="prstName"/>
          <p:cNvSpPr/>
          <p:nvPr/>
        </p:nvSpPr>
        <p:spPr>
          <a:xfrm>
            <a:off x="3970631" y="1162197"/>
            <a:ext cx="2035569" cy="370909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800">
                <a:solidFill>
                  <a:srgbClr val="000000"/>
                </a:solidFill>
              </a:rPr>
              <a:t>예약현황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2" name="prstName"/>
          <p:cNvSpPr/>
          <p:nvPr/>
        </p:nvSpPr>
        <p:spPr>
          <a:xfrm>
            <a:off x="6001361" y="1162197"/>
            <a:ext cx="2035569" cy="370909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800">
                <a:solidFill>
                  <a:srgbClr val="000000"/>
                </a:solidFill>
              </a:rPr>
              <a:t>관심도서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3" name="prstName"/>
          <p:cNvSpPr/>
          <p:nvPr/>
        </p:nvSpPr>
        <p:spPr>
          <a:xfrm>
            <a:off x="8032091" y="1162197"/>
            <a:ext cx="2035569" cy="370909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800">
                <a:solidFill>
                  <a:srgbClr val="000000"/>
                </a:solidFill>
              </a:rPr>
              <a:t>희망도서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4" name="prstName"/>
          <p:cNvSpPr/>
          <p:nvPr/>
        </p:nvSpPr>
        <p:spPr>
          <a:xfrm>
            <a:off x="8991764" y="5085381"/>
            <a:ext cx="1076051" cy="371836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삭제</a:t>
            </a: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397535"/>
      </p:ext>
    </p:extLst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052" y="2248213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27021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정보수정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update/checkPass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위현황선택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my_library/{0}-pathvariable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관심도서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삭제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my_library/interest/{0}-pathvariable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DELETE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606377"/>
      </p:ext>
    </p:extLst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256" y="11168"/>
            <a:ext cx="2952750" cy="45577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정보수정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클릭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후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페이지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3" name="prstName"/>
          <p:cNvSpPr/>
          <p:nvPr/>
        </p:nvSpPr>
        <p:spPr>
          <a:xfrm>
            <a:off x="2142277" y="1261292"/>
            <a:ext cx="7908324" cy="433639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4" name="prstName"/>
          <p:cNvSpPr/>
          <p:nvPr/>
        </p:nvSpPr>
        <p:spPr>
          <a:xfrm>
            <a:off x="3091619" y="3306009"/>
            <a:ext cx="4349578" cy="685388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아이디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자동입력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prstName"/>
          <p:cNvSpPr/>
          <p:nvPr/>
        </p:nvSpPr>
        <p:spPr>
          <a:xfrm>
            <a:off x="3091619" y="4156978"/>
            <a:ext cx="4349578" cy="685388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비밀번호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입력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6" name="prstName"/>
          <p:cNvSpPr/>
          <p:nvPr/>
        </p:nvSpPr>
        <p:spPr>
          <a:xfrm>
            <a:off x="3091619" y="1737524"/>
            <a:ext cx="6010326" cy="659027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비밀번호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확인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8" name="prstName"/>
          <p:cNvSpPr/>
          <p:nvPr/>
        </p:nvSpPr>
        <p:spPr>
          <a:xfrm>
            <a:off x="10856386" y="-1996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정보수정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9" name="prstName"/>
          <p:cNvSpPr/>
          <p:nvPr/>
        </p:nvSpPr>
        <p:spPr>
          <a:xfrm>
            <a:off x="10170908" y="10393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" name="prstName"/>
          <p:cNvSpPr/>
          <p:nvPr/>
        </p:nvSpPr>
        <p:spPr>
          <a:xfrm>
            <a:off x="7818164" y="3305871"/>
            <a:ext cx="1283540" cy="1536357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확인</a:t>
            </a: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136279"/>
      </p:ext>
    </p:extLst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052" y="2553202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정보수정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update/checkPass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확인버튼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update/confirm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066781"/>
      </p:ext>
    </p:extLst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4006403" y="1793367"/>
            <a:ext cx="1334633" cy="56971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아이디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3" name="prstName"/>
          <p:cNvSpPr/>
          <p:nvPr/>
        </p:nvSpPr>
        <p:spPr>
          <a:xfrm>
            <a:off x="4006527" y="2476829"/>
            <a:ext cx="1334633" cy="56971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비밀번호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4" name="prstName"/>
          <p:cNvSpPr/>
          <p:nvPr/>
        </p:nvSpPr>
        <p:spPr>
          <a:xfrm>
            <a:off x="4006759" y="1110031"/>
            <a:ext cx="1334633" cy="56971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성명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prstName"/>
          <p:cNvSpPr/>
          <p:nvPr/>
        </p:nvSpPr>
        <p:spPr>
          <a:xfrm>
            <a:off x="4007116" y="3160182"/>
            <a:ext cx="1334633" cy="56971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연락처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7" name="prstName"/>
          <p:cNvSpPr/>
          <p:nvPr/>
        </p:nvSpPr>
        <p:spPr>
          <a:xfrm>
            <a:off x="4008386" y="3847821"/>
            <a:ext cx="1334633" cy="56971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이메일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8" name="prstName"/>
          <p:cNvSpPr/>
          <p:nvPr/>
        </p:nvSpPr>
        <p:spPr>
          <a:xfrm>
            <a:off x="4007751" y="4530446"/>
            <a:ext cx="1334633" cy="56971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가입도서관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9" name="prstName"/>
          <p:cNvSpPr/>
          <p:nvPr/>
        </p:nvSpPr>
        <p:spPr>
          <a:xfrm>
            <a:off x="5342090" y="1109999"/>
            <a:ext cx="3336991" cy="57012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prstName"/>
          <p:cNvSpPr/>
          <p:nvPr/>
        </p:nvSpPr>
        <p:spPr>
          <a:xfrm>
            <a:off x="5341439" y="1793259"/>
            <a:ext cx="3336991" cy="57012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prstName"/>
          <p:cNvSpPr/>
          <p:nvPr/>
        </p:nvSpPr>
        <p:spPr>
          <a:xfrm>
            <a:off x="5342074" y="2476519"/>
            <a:ext cx="3336991" cy="57012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prstName"/>
          <p:cNvSpPr/>
          <p:nvPr/>
        </p:nvSpPr>
        <p:spPr>
          <a:xfrm>
            <a:off x="5340804" y="3159779"/>
            <a:ext cx="3336991" cy="57012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prstName"/>
          <p:cNvSpPr/>
          <p:nvPr/>
        </p:nvSpPr>
        <p:spPr>
          <a:xfrm>
            <a:off x="5343344" y="3846626"/>
            <a:ext cx="3336991" cy="57012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prstName"/>
          <p:cNvSpPr/>
          <p:nvPr/>
        </p:nvSpPr>
        <p:spPr>
          <a:xfrm>
            <a:off x="5342074" y="4533696"/>
            <a:ext cx="3336991" cy="57012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prstName"/>
          <p:cNvSpPr/>
          <p:nvPr/>
        </p:nvSpPr>
        <p:spPr>
          <a:xfrm>
            <a:off x="3256" y="11168"/>
            <a:ext cx="2952750" cy="114641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정보수정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클릭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후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페이지</a:t>
            </a:r>
            <a:endParaRPr lang="en-US" altLang="ko-KR">
              <a:solidFill>
                <a:srgbClr val="000000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비밀번호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확인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후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8" name="prstName"/>
          <p:cNvSpPr/>
          <p:nvPr/>
        </p:nvSpPr>
        <p:spPr>
          <a:xfrm>
            <a:off x="3007799" y="14808"/>
            <a:ext cx="6629812" cy="5899281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20" name="prstName"/>
          <p:cNvSpPr/>
          <p:nvPr/>
        </p:nvSpPr>
        <p:spPr>
          <a:xfrm>
            <a:off x="10856386" y="-1996"/>
            <a:ext cx="1334772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정보수정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21" name="prstName"/>
          <p:cNvSpPr/>
          <p:nvPr/>
        </p:nvSpPr>
        <p:spPr>
          <a:xfrm>
            <a:off x="10170908" y="10393"/>
            <a:ext cx="685388" cy="61771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홈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22" name="prstName"/>
          <p:cNvSpPr/>
          <p:nvPr/>
        </p:nvSpPr>
        <p:spPr>
          <a:xfrm>
            <a:off x="4445390" y="6094599"/>
            <a:ext cx="2042568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수정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23" name="prstName"/>
          <p:cNvSpPr/>
          <p:nvPr/>
        </p:nvSpPr>
        <p:spPr>
          <a:xfrm>
            <a:off x="6487878" y="6093329"/>
            <a:ext cx="2042568" cy="618553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취소</a:t>
            </a: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2032052" y="2377942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09333"/>
                <a:gridCol w="2709333"/>
                <a:gridCol w="2709333"/>
              </a:tblGrid>
              <a:tr h="0">
                <a:tc gridSpan="3"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버튼</a:t>
                      </a: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 URL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 b="1">
                          <a:solidFill>
                            <a:srgbClr val="000000"/>
                          </a:solidFill>
                        </a:rPr>
                        <a:t>버튼명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URL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ko-KR" altLang="en-US" sz="1700" b="1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홈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정보수정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update/checkPass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수정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update/transmission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270210"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</a:rPr>
                        <a:t>취소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front/main</a:t>
                      </a:r>
                      <a:endParaRPr lang="en-US" altLang="ko-KR" sz="1700">
                        <a:solidFill>
                          <a:srgbClr val="000000"/>
                        </a:solidFill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./front.html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>
                        <a:defRPr/>
                      </a:pPr>
                      <a:r>
                        <a:rPr lang="en-US" altLang="ko-KR" sz="170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ko-KR" altLang="en-US" sz="17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151585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1753</ep:Words>
  <ep:PresentationFormat>화면 슬라이드 쇼(4:3)</ep:PresentationFormat>
  <ep:Paragraphs>772</ep:Paragraphs>
  <ep:Slides>36</ep:Slides>
  <ep:Notes>42</ep:Notes>
  <ep:TotalTime>0</ep:TotalTime>
  <ep:HiddenSlides>0</ep:HiddenSlides>
  <ep:MMClips>0</ep:MMClips>
  <ep:HeadingPairs>
    <vt:vector size="4" baseType="variant">
      <vt:variant>
        <vt:lpstr>Themes</vt:lpstr>
      </vt:variant>
      <vt:variant>
        <vt:i4>1</vt:i4>
      </vt:variant>
      <vt:variant>
        <vt:lpstr>Slide Title</vt:lpstr>
      </vt:variant>
      <vt:variant>
        <vt:i4>36</vt:i4>
      </vt:variant>
    </vt:vector>
  </ep:HeadingPairs>
  <ep:TitlesOfParts>
    <vt:vector size="37" baseType="lpstr">
      <vt:lpstr>한컴오피스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슬라이드 23</vt:lpstr>
      <vt:lpstr>Slide 24</vt:lpstr>
      <vt:lpstr>슬라이드 25</vt:lpstr>
      <vt:lpstr>Slide 26</vt:lpstr>
      <vt:lpstr>Slide 27</vt:lpstr>
      <vt:lpstr>Slide 28</vt:lpstr>
      <vt:lpstr>Slide 29</vt:lpstr>
      <vt:lpstr>Slide 30</vt:lpstr>
      <vt:lpstr>슬라이드 31</vt:lpstr>
      <vt:lpstr>Slide 32</vt:lpstr>
      <vt:lpstr>슬라이드 33</vt:lpstr>
      <vt:lpstr>Slide 34</vt:lpstr>
      <vt:lpstr>슬라이드 35</vt:lpstr>
      <vt:lpstr>Slide 36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2022-08-23T00:30:41.353</dcterms:created>
  <dc:creator>hancom</dc:creator>
  <cp:lastModifiedBy>hancom</cp:lastModifiedBy>
  <dcterms:modified xsi:type="dcterms:W3CDTF">2025-02-28T04:35:25.923</dcterms:modified>
  <cp:revision>47</cp:revision>
  <cp:version>12.0.0.1480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